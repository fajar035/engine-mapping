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RIGGING ENGINE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5AA9E6"/>
                </a:solidFill>
                <a:latin typeface="Calibri"/>
              </a:rPr>
              <a:t>Aplikasi Tuning Injeksi Motor — dari Spek Mesin jadi Tabel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10515600" cy="11430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11430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8A96A8"/>
                </a:solidFill>
                <a:latin typeface="Calibri"/>
              </a:rPr>
              <a:t>Aplikasi mobile yang menghitung tabel pengaturan ECU (Base Map, Fuel, Ignition, Injector Timing) hanya dari data spek mesin, lalu siap disalin ke perangkat 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Disusun untuk menjelaskan aplikasi kepada audiens umum.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Engine Mapping · Fuel · Ignition · Injector Timing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Apa yang akan dibahas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8229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AA9E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0136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830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Kenapa motor injeksi butuh tuning, walau terlihat 'mesinnya sama'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8229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AA9E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6148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Pendekatan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Ide utama: hitung tabel dari spek, bukan trial-error di jalan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10698480" cy="8229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216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AA9E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2160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Fitur Aplikasi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7033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Analisa mesin, Base Map, Fuel Correction, Ignition, Injector Timing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698480" cy="8229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817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AA9E6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68172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Hasil Akhir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6634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Tabel siap pakai / siap disalin ke perangkat tuning (JUKEN)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32120"/>
            <a:ext cx="10698480" cy="8229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4184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AA9E6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64184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Manfaat &amp; Siapa Penggunanya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6235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Bikin hidup tukang tune &amp; pengguna bengkel lebih mudah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Masalah: Tuning Mesin yang Ribet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Kenapa ini penting untuk orang awam sekalipun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94960" cy="23774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394960" cy="237744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Mesin = komputer kecil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Motor injeksi punya ECU yang mengatur campuran bahan bakar &amp; percikan api ribuan kali per detik.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120640" cy="23774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120640" cy="237744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Setiap motor beda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Bore, stroke, noken as, klep, knalpot &amp; injektor tidak sama — jadi pantun 'satu setting untuk semua' tidak 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5394960" cy="18288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539496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Cara lama = mahal &amp; lama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Coba-coba sambil jalan / pakai dyno yang mahal, makan waktu dan bahan bakar.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5120640" cy="18288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97680"/>
            <a:ext cx="512064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Kebutuhannya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Poin awal tuning yang masuk akal, tanpa harus mahal — tinggal dimatikan/dipakai di bengkel.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Apa Itu Engine Mapping?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Analogi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13716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13716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AEEF4"/>
                </a:solidFill>
                <a:latin typeface="Calibri"/>
              </a:rPr>
              <a:t>Bayangkan ECU seperti 'resep ANDA' untuk mesin: kapan harus menyemprot bensin, berapa banyak, dan kapan menyalakan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487168" cy="1737360"/>
          </a:xfrm>
          <a:prstGeom prst="roundRect">
            <a:avLst/>
          </a:prstGeom>
          <a:solidFill>
            <a:srgbClr val="1E2734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487168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AA9E6"/>
                </a:solidFill>
                <a:latin typeface="Calibri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Gas (bukaan kolter)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Anda memutar 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40233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5AA9E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3383280"/>
            <a:ext cx="2487168" cy="1737360"/>
          </a:xfrm>
          <a:prstGeom prst="roundRect">
            <a:avLst/>
          </a:prstGeom>
          <a:solidFill>
            <a:srgbClr val="1E2734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3383280"/>
            <a:ext cx="2487168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AA9E6"/>
                </a:solidFill>
                <a:latin typeface="Calibri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RPM (putaran mesin)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Mesin menabung cepat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40233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5AA9E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383280"/>
            <a:ext cx="2487168" cy="1737360"/>
          </a:xfrm>
          <a:prstGeom prst="roundRect">
            <a:avLst/>
          </a:prstGeom>
          <a:solidFill>
            <a:srgbClr val="1E2734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383280"/>
            <a:ext cx="2487168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AA9E6"/>
                </a:solidFill>
                <a:latin typeface="Calibri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ECU baca tabel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Mencari 'reseptur' di tabel kolter×rpm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233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5AA9E6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3383280"/>
            <a:ext cx="2487168" cy="1737360"/>
          </a:xfrm>
          <a:prstGeom prst="roundRect">
            <a:avLst/>
          </a:prstGeom>
          <a:solidFill>
            <a:srgbClr val="1E2734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8" y="3383280"/>
            <a:ext cx="2487168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AA9E6"/>
                </a:solidFill>
                <a:latin typeface="Calibri"/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Semprot bensin + api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Eksekusi sesuai tabel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5C39"/>
                </a:solidFill>
                <a:latin typeface="Calibri"/>
              </a:rPr>
              <a:t>Aplikasi ini mengisi 'resep' itu secara matematis dari data mesin — bukan menebak-nebak.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Solusi: Hitung Dari Spek, Bukan Tebak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Alur kerja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19202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920240"/>
            <a:ext cx="777240" cy="777240"/>
          </a:xfrm>
          <a:prstGeom prst="ellipse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C0F1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74520"/>
            <a:ext cx="3657600" cy="15544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Masukin spek mesin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Bore, stroke, cam, klep, injektor, knalpot, target AFR.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230368" cy="19202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4069080"/>
            <a:ext cx="777240" cy="777240"/>
          </a:xfrm>
          <a:prstGeom prst="ellipse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C0F1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023360"/>
            <a:ext cx="3657600" cy="15544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App hitung otomatis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Sempurnakan angka cc, torsi, power, kebutuhan injektor, status duty.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230368" cy="19202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1920240"/>
            <a:ext cx="777240" cy="777240"/>
          </a:xfrm>
          <a:prstGeom prst="ellipse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C0F1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874520"/>
            <a:ext cx="3657600" cy="15544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Tabel di-generate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Base Map, Fuel Correction, Ignition, Injector Timing lahir dari spek.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230368" cy="19202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4069080"/>
            <a:ext cx="777240" cy="777240"/>
          </a:xfrm>
          <a:prstGeom prst="ellipse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C0F14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023360"/>
            <a:ext cx="3657600" cy="15544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Salin ke perangkat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Pilih 'Salin Semua' → tempel ke software tuning (format JUKEN).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Fitur 1: Input Spek &amp; Analisa Cepat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Setup — jantung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94960" cy="44805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394960" cy="4480560"/>
          </a:xfrm>
          <a:prstGeom prst="rect">
            <a:avLst/>
          </a:prstGeom>
          <a:noFill/>
        </p:spPr>
        <p:txBody>
          <a:bodyPr wrap="square" anchor="t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Yang dimasukkan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Dimensi mesin: bore, stroke, oversize, rasio kompresi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Noken as &amp; lift klep (kapan klep buka/tutup)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Injektor: flow, jumlah, tekanan &amp; deadtime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Klep, body kolter (TB) &amp; knalpot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Target AFR per kondisi (idle s/d WOT)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120640" cy="4480560"/>
          </a:xfrm>
          <a:prstGeom prst="rect">
            <a:avLst/>
          </a:prstGeom>
          <a:noFill/>
        </p:spPr>
        <p:txBody>
          <a:bodyPr wrap="square" anchor="t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Yang dihitung otomatis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Kapasitas silinder (cc) &amp; volume burni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Estimasi puncak torsi &amp; power (HP)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Kebutuhan injektor vs yang terpasang (cukup/kurang)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Duty cycle, kecepatan piston, flow ceiling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5C39"/>
                </a:solidFill>
                <a:latin typeface="Calibri"/>
              </a:rPr>
              <a:t>• Peringatan bila setting berisiko (mis. injektor kurang)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Mendukung dua profil setup: 'Motor Gw' (isi langsung) dan 'Setup Umum' (yang lain). Tetap fleksibel untuk banyak motor.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Konsep Tabel: TPS × RPM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Semua map berbentuk tabel yang 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94960" cy="22860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394960" cy="22860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Baris = bukaan gas (TPS)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0% (gas tertutup) s/d 100% (gas penuh), naik bertahap.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2860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120640" cy="22860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Kolom = putaran mesin (RPM)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Mulai idle sampai max RPM, naik dengan step tertata.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98480" cy="210312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Tiap kotak = nilai pengaturan untuk kondisi itu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Contoh: 'berapa lama injektor menyala (ms)' saat gas 30% &amp; putaran 8000 rpm. Semua kotak dihitung app, dan setiap kotak bisa diedit manual kalau perlu.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Empat Tabel (Map) yang Dihasilkan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Satu paket lengkap pengaturan ECU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502920" cy="502920"/>
          </a:xfrm>
          <a:prstGeom prst="roundRect">
            <a:avLst/>
          </a:prstGeom>
          <a:solidFill>
            <a:srgbClr val="5AA9E6"/>
          </a:solidFill>
          <a:ln w="127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828800"/>
            <a:ext cx="402336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Base Map (Fuel)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Durasi injektor (ms) tiap kondisi. Fondasi campuran bahan bakar.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303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4297680"/>
            <a:ext cx="502920" cy="502920"/>
          </a:xfrm>
          <a:prstGeom prst="roundRect">
            <a:avLst/>
          </a:prstGeom>
          <a:solidFill>
            <a:srgbClr val="3DD684"/>
          </a:solidFill>
          <a:ln w="12700">
            <a:solidFill>
              <a:srgbClr val="3DD6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206240"/>
            <a:ext cx="402336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Fuel Correction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Koreksi bahan bakar (%). Bisa digeser sekaligus / per sel.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2303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1920240"/>
            <a:ext cx="502920" cy="502920"/>
          </a:xfrm>
          <a:prstGeom prst="roundRect">
            <a:avLst/>
          </a:prstGeom>
          <a:solidFill>
            <a:srgbClr val="FF5C39"/>
          </a:solidFill>
          <a:ln w="12700">
            <a:solidFill>
              <a:srgbClr val="FF5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828800"/>
            <a:ext cx="402336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Ignition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waktu percikan api (derajat). Menentukan tenaga &amp; keamanan mesin.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23360"/>
            <a:ext cx="52303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4297680"/>
            <a:ext cx="502920" cy="502920"/>
          </a:xfrm>
          <a:prstGeom prst="roundRect">
            <a:avLst/>
          </a:prstGeom>
          <a:solidFill>
            <a:srgbClr val="5AA9E6"/>
          </a:solidFill>
          <a:ln w="127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206240"/>
            <a:ext cx="402336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Injector Timing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Kapan injektor nyemprot (posisi sudut). Menentukan respons &amp; pembakaran.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Hasil Akhir: Siap Disalin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Membawa hasil ke perangkat tuning sungguhan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94960" cy="23774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394960" cy="237744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Format standar (JUKEN)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Tabel dibuat persis sesuai format software tuning populer — tinggal tempel, tidak perlu ubah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120640" cy="23774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120640" cy="237744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Satu ketukan = salin semua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Tombol 'Salin Semua' menyalin seluruh tabel ke clipboard ponsel dalam satu sentuhan.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698480" cy="182880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698480" cy="182880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Alur akhir di bengkel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Buka aplikasi → salin → tempel ke software tuning → flash ke ECU. Hasil dijadikan titik awal; pengaturan akhir tetap disesuaikan dengan AFR meter / dyno di lapangan.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Manfaat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Untuk siapa &amp; kenapa dipakai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015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DD684"/>
                </a:solidFill>
                <a:latin typeface="Calibr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971800" cy="13258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Hemat biaya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Titik awal akurat mengurangi jam dyno &amp; percobaan berulang.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015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AA9E6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71800" cy="13258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Cepat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Dari spek manual jadi tabel lengkap hanya dalam hitungan detik.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015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828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5C39"/>
                </a:solidFill>
                <a:latin typeface="Calibr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331720"/>
            <a:ext cx="2971800" cy="13258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Berdasarkan data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Perhitungan memakai prinsip mesin (aliran udara, injektor, cam), bukan tebakan.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015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AA9E6"/>
                </a:solidFill>
                <a:latin typeface="Calibr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2971800" cy="13258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Hemat bahan bakar &amp; komponen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Campuran &amp; timing yang wajar menjaga mesin lebih awet.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023360"/>
            <a:ext cx="34015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DD684"/>
                </a:solidFill>
                <a:latin typeface="Calibr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2971800" cy="13258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Mudah dipakai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Layar sederhana, otomatis urut dari input sampai hasil salin.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4023360"/>
            <a:ext cx="3401568" cy="210312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5C39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709160"/>
            <a:ext cx="2971800" cy="132588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Portabel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96A8"/>
                </a:solidFill>
                <a:latin typeface="Calibri"/>
              </a:rPr>
              <a:t>Jalan di ponsel, bisa dibawa ke mana saja / dipakai langsung di bengkel.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Panduan Singkat: Arti Tiap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Versi orang awam — tanpa jargon berat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94960" cy="44805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394960" cy="4480560"/>
          </a:xfrm>
          <a:prstGeom prst="rect">
            <a:avLst/>
          </a:prstGeom>
          <a:noFill/>
        </p:spPr>
        <p:txBody>
          <a:bodyPr wrap="square" anchor="t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AA9E6"/>
                </a:solidFill>
                <a:latin typeface="Calibri"/>
              </a:rPr>
              <a:t>Mesin &amp; Noken As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Bore / Stroke — 'ukuran jantung' mesin; gabungannya = cc.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Rasio Kompresi — seberapa 'kencang' campuran ditekan sebelum diledakkan.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IN/EX buka-tutup — kapan klep hisap/buang 'buka-tutup' (dot cam).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Lift — seberapa 'hajar' klep terangkat.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Over Size— kalau piston dibesarin; bikin cc naik.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AFR (idle/cruise/aksel/WOT) — perbandingan udara-bensin yang dibakar; angka kecil = bensin lebih 'manis'.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Grid — dari RPM berapa sampai berapa tabel dibuat &amp; kerapatan barisnya.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120640" cy="4480560"/>
          </a:xfrm>
          <a:prstGeom prst="rect">
            <a:avLst/>
          </a:prstGeom>
          <a:noFill/>
        </p:spPr>
        <p:txBody>
          <a:bodyPr wrap="square" anchor="t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AA9E6"/>
                </a:solidFill>
                <a:latin typeface="Calibri"/>
              </a:rPr>
              <a:t>Injektor, Udara &amp; Knalpot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Flow injektor — 'sekuat apa' nyembur bensin per menit.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Tekanan bensin — makin tinggi, bensin nyembur lebih deras.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Dead time — 'jeda reaksi' injektor saat disuruh nyala.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TB (throttle body) — pipa masuk udara; makin besar makin 'napas' mesin luwes.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Header/Inlet/Outlet knalpot — ukuran pipa buang; atur 'karakter' tenaga.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Oktan — 'daya tahan ketukan' bensin; dipakai pilih timing api yang aman.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• Offset Injeksi — penyesuaian halus bila sudut injektor berasa geser.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5C39"/>
                </a:solidFill>
                <a:latin typeface="Calibri"/>
              </a:rPr>
              <a:t>Tip: bingung? Biarkan angka default — app tetap menghitung. Input hanya butuh diisi bila spek motor kamu diketahui.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Calibri"/>
              </a:rPr>
              <a:t>AFR = ukuran 'manis/kira-kira' campuran udara-bensin • Grid = kerangka tabel • Oktan &amp; Offset menyempurnakan pengaturan.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Teknologi di Baliknya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794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Cara aplikasi dibangun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94960" cy="17373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394960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React Native / Expo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Satu basis kode untuk Android &amp; iOS, update cepat lewat OTA.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17373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120640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Mesin hitung sendiri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Perhitungan Base Map, fuel &amp; timing semua off-line di ponsel — bisa dipakai tanpa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394960" cy="17373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5394960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Penyimpanan lokal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Setup tersimpan di perangkat, data pribadi tidak dikirim keluar.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5120640" cy="173736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657600"/>
            <a:ext cx="5120640" cy="173736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Desain fokus HP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6A8"/>
                </a:solidFill>
                <a:latin typeface="Calibri"/>
              </a:rPr>
              <a:t>Tema gelap, kontrol ketuk besar, tabel yang bisa di-scroll — nyaman di layar kecil.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5C39"/>
                </a:solidFill>
                <a:latin typeface="Calibri"/>
              </a:rPr>
              <a:t>Disclaimer: hasil adalah estimasi berbasis spek — kalibrasi final tetap butuh AFR meter / dyno di lapangan.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5AA9E6"/>
                </a:solidFill>
                <a:latin typeface="Calibri"/>
              </a:rPr>
              <a:t>Engine Mapping dari spek mesin — lebih cepat, lebih hemat, lebih terukur.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66160"/>
            <a:ext cx="10515600" cy="1463040"/>
          </a:xfrm>
          <a:prstGeom prst="roundRect">
            <a:avLst/>
          </a:prstGeom>
          <a:solidFill>
            <a:srgbClr val="161C26"/>
          </a:solidFill>
          <a:ln w="12700">
            <a:solidFill>
              <a:srgbClr val="2A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 anchor="ctr" lIns="182880" rIns="182880" tIns="109728" bIns="10972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8A96A8"/>
                </a:solidFill>
                <a:latin typeface="Calibri"/>
              </a:rPr>
              <a:t>1) Masukkan spek → 2) App hitung → 3) Salin &amp; flash ke ECU. Pertanyaan?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96A8"/>
                </a:solidFill>
                <a:latin typeface="Calibri"/>
              </a:rPr>
              <a:t>Rigging Engine MAP · Fuel · Ignition · Injector Timing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